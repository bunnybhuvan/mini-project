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RESUMETRIX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Resume Screening &amp; Application Tracking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256032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25603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Project  2024–2027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810512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Bhuvanesh Jujare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112264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Number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112264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24AK5A0503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414016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&amp; Year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414016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 – IV, Sec 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271576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715768"/>
            <a:ext cx="2240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2024 – 2027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React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24612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874520" y="324612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· Gemini AI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1298448" cy="27432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91840" y="3246120"/>
            <a:ext cx="12984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 · PostgreSQL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83717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Computer Science Engineering  ·  Final Year Mini Project</a:t>
            </a:r>
            <a:endParaRPr lang="en-US" sz="1000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FA2EB17E-6C05-9623-EDD4-7F00FC89F333}"/>
              </a:ext>
            </a:extLst>
          </p:cNvPr>
          <p:cNvSpPr/>
          <p:nvPr/>
        </p:nvSpPr>
        <p:spPr>
          <a:xfrm>
            <a:off x="457200" y="3668050"/>
            <a:ext cx="1280160" cy="289996"/>
          </a:xfrm>
          <a:prstGeom prst="roundRect">
            <a:avLst>
              <a:gd name="adj" fmla="val 10000"/>
            </a:avLst>
          </a:prstGeom>
          <a:solidFill>
            <a:srgbClr val="7C5CFC">
              <a:alpha val="16000"/>
            </a:srgbClr>
          </a:solidFill>
          <a:ln w="12700">
            <a:solidFill>
              <a:srgbClr val="7C5CFC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just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0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050" dirty="0">
              <a:solidFill>
                <a:srgbClr val="7030A0"/>
              </a:solidFill>
            </a:endParaRPr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9964B0FD-5C72-53D7-0914-8EDB900CA779}"/>
              </a:ext>
            </a:extLst>
          </p:cNvPr>
          <p:cNvSpPr/>
          <p:nvPr/>
        </p:nvSpPr>
        <p:spPr>
          <a:xfrm>
            <a:off x="1892808" y="3668050"/>
            <a:ext cx="1298448" cy="282158"/>
          </a:xfrm>
          <a:prstGeom prst="roundRect">
            <a:avLst>
              <a:gd name="adj" fmla="val 10000"/>
            </a:avLst>
          </a:prstGeom>
          <a:solidFill>
            <a:srgbClr val="00D4C8">
              <a:alpha val="16000"/>
            </a:srgbClr>
          </a:solidFill>
          <a:ln w="12700">
            <a:solidFill>
              <a:srgbClr val="00D4C8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just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05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0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6A92F859-825A-4B05-D2ED-9B462218A769}"/>
              </a:ext>
            </a:extLst>
          </p:cNvPr>
          <p:cNvSpPr/>
          <p:nvPr/>
        </p:nvSpPr>
        <p:spPr>
          <a:xfrm>
            <a:off x="3369564" y="3675888"/>
            <a:ext cx="1202436" cy="282158"/>
          </a:xfrm>
          <a:prstGeom prst="roundRect">
            <a:avLst>
              <a:gd name="adj" fmla="val 10000"/>
            </a:avLst>
          </a:prstGeom>
          <a:solidFill>
            <a:srgbClr val="FF6B8A">
              <a:alpha val="16000"/>
            </a:srgbClr>
          </a:solidFill>
          <a:ln w="12700">
            <a:solidFill>
              <a:srgbClr val="FF6B8A">
                <a:alpha val="35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algn="just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10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Tracker</a:t>
            </a:r>
            <a:endParaRPr lang="en-US" sz="1050" dirty="0">
              <a:solidFill>
                <a:srgbClr val="FF0000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D72706C-AE9A-CFCE-2476-E209DDE119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964"/>
          <a:stretch>
            <a:fillRect/>
          </a:stretch>
        </p:blipFill>
        <p:spPr>
          <a:xfrm>
            <a:off x="5074920" y="1472108"/>
            <a:ext cx="3703320" cy="35776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7863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 qualified students still fail to get interviews?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44168" y="129844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Resumes rejected before human review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78808" y="129844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Applications that result in interviews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09360" y="1280160"/>
            <a:ext cx="6858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13448" y="1298448"/>
            <a:ext cx="1691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Platforms needed for full interview prep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19" y="1933956"/>
            <a:ext cx="2834641" cy="53949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07568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3856" y="2029968"/>
            <a:ext cx="3236976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 ATS Rejection Without Feedback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" y="2450592"/>
            <a:ext cx="371246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19" y="2578608"/>
            <a:ext cx="2834641" cy="562356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40080" y="2668742"/>
            <a:ext cx="384048" cy="38404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732750"/>
            <a:ext cx="256032" cy="25603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140387" y="2704011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 </a:t>
            </a: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Unknown</a:t>
            </a: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Skill Gaps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521208" y="3238282"/>
            <a:ext cx="2825494" cy="53035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667512" y="3302943"/>
            <a:ext cx="384048" cy="384048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366951"/>
            <a:ext cx="256032" cy="25603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61288" y="3319925"/>
            <a:ext cx="3236976" cy="3670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 </a:t>
            </a: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Disconnected</a:t>
            </a:r>
            <a:r>
              <a:rPr lang="en-US" sz="1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0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</a:t>
            </a:r>
            <a:r>
              <a:rPr lang="en-US" sz="1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Prep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02920" y="3866605"/>
            <a:ext cx="2843782" cy="502920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9" name="Shape 24"/>
          <p:cNvSpPr/>
          <p:nvPr/>
        </p:nvSpPr>
        <p:spPr>
          <a:xfrm>
            <a:off x="603504" y="3937472"/>
            <a:ext cx="384048" cy="384048"/>
          </a:xfrm>
          <a:prstGeom prst="ellipse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001480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140387" y="3909060"/>
            <a:ext cx="323697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</a:t>
            </a:r>
            <a:r>
              <a:rPr lang="en-US" sz="11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</a:t>
            </a: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Job Tracking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502920" y="4700016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/>
          <p:nvPr/>
        </p:nvSpPr>
        <p:spPr>
          <a:xfrm>
            <a:off x="502920" y="4700016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75% of resumes never reach a human reviewer  ·  Most candidates prepare without referencing the actual JD  ·  Only 2% of applications result in an interview call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06D30AB-F4DE-7A2F-F3C1-B6375E6066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449" r="18282" b="9968"/>
          <a:stretch>
            <a:fillRect/>
          </a:stretch>
        </p:blipFill>
        <p:spPr>
          <a:xfrm>
            <a:off x="3593591" y="1937555"/>
            <a:ext cx="2553790" cy="257925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7B9F438-BD76-143C-5FF7-609DE84916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1318" b="13475"/>
          <a:stretch>
            <a:fillRect/>
          </a:stretch>
        </p:blipFill>
        <p:spPr>
          <a:xfrm>
            <a:off x="6272781" y="1924167"/>
            <a:ext cx="2270396" cy="2634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Resumetrix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91" y="1225296"/>
            <a:ext cx="8193024" cy="877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719072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889504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059936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230368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400800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571232" y="2103120"/>
            <a:ext cx="1024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7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2423160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" y="2724912"/>
            <a:ext cx="26883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30936" y="284378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0936" y="2843784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325880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TypeScript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0936" y="3218688"/>
            <a:ext cx="24323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Vite · Tailwind CSS · shadcn/ui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355848" y="2724912"/>
            <a:ext cx="26883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483864" y="284378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483864" y="2843784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178808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Python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3483864" y="3218688"/>
            <a:ext cx="24323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PyMyPDF · python-docx · spaCy NLP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08776" y="2724912"/>
            <a:ext cx="26883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6336792" y="2843784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6336792" y="2843784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031736" y="281635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 · PostgreSQL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336792" y="3218688"/>
            <a:ext cx="24323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· Storage · REST APIs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3666744"/>
            <a:ext cx="26883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630936" y="3785616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630936" y="37856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LAYER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325880" y="37581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1.5 Flash API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30936" y="4160520"/>
            <a:ext cx="24323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1500 free req/day · Prompt engineering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355848" y="3666744"/>
            <a:ext cx="26883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3483864" y="3785616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3483864" y="37856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178808" y="37581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Vercel + Render.com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3483864" y="4160520"/>
            <a:ext cx="24323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CDN + Backend Python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208776" y="3666744"/>
            <a:ext cx="268833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6336792" y="3785616"/>
            <a:ext cx="621792" cy="18288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336792" y="37856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031736" y="37581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Recharts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6336792" y="4160520"/>
            <a:ext cx="24323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Radar · Line · Bar charts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IMPLEMENTED 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Resumetrix Delivers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88336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" y="1353312"/>
            <a:ext cx="402336" cy="40233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426464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331720" y="1353312"/>
            <a:ext cx="402336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331720" y="135331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581912" y="135331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1581912" y="13533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9224" y="181051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ATS Compatibility Audit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9224" y="2103120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20+ formatting rules checked: file type, tables, headers, date format, contact info, word count.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55848" y="1188720"/>
            <a:ext cx="2688336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502152" y="1353312"/>
            <a:ext cx="402336" cy="40233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426464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84648" y="1353312"/>
            <a:ext cx="402336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5184648" y="135331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F02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434840" y="135331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4434840" y="13533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NLP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3502152" y="181051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Match Score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502152" y="2103120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skills (50%) · Tools (25%) · Soft skills (15%) · Certifications (10%) — weighted scoring.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08776" y="1188720"/>
            <a:ext cx="2688336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9"/>
          <p:cNvSpPr/>
          <p:nvPr/>
        </p:nvSpPr>
        <p:spPr>
          <a:xfrm>
            <a:off x="6355080" y="1353312"/>
            <a:ext cx="402336" cy="402336"/>
          </a:xfrm>
          <a:prstGeom prst="ellipse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426464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037576" y="1353312"/>
            <a:ext cx="402336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8037576" y="1353312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F03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287768" y="1353312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/>
          <p:cNvSpPr/>
          <p:nvPr/>
        </p:nvSpPr>
        <p:spPr>
          <a:xfrm>
            <a:off x="7287768" y="1353312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Taxonomy JSON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355080" y="1810512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 Gap Analysis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6355080" y="2103120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Matched skills vs Missing skills. Color-coded output. Recommendations for each missing skill.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02920" y="2706624"/>
            <a:ext cx="2688336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7"/>
          <p:cNvSpPr/>
          <p:nvPr/>
        </p:nvSpPr>
        <p:spPr>
          <a:xfrm>
            <a:off x="649224" y="2871216"/>
            <a:ext cx="402336" cy="402336"/>
          </a:xfrm>
          <a:prstGeom prst="ellipse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2944368"/>
            <a:ext cx="256032" cy="25603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2331720" y="2871216"/>
            <a:ext cx="402336" cy="201168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9"/>
          <p:cNvSpPr/>
          <p:nvPr/>
        </p:nvSpPr>
        <p:spPr>
          <a:xfrm>
            <a:off x="2331720" y="28712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F04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1581912" y="287121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1581912" y="2871216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 AI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649224" y="332841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Interview Preparation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49224" y="3621024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technical + 3 behavioral questions generated from the JD. AI scores each answer on 4 dimensions.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3355848" y="2706624"/>
            <a:ext cx="2688336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5"/>
          <p:cNvSpPr/>
          <p:nvPr/>
        </p:nvSpPr>
        <p:spPr>
          <a:xfrm>
            <a:off x="3502152" y="2871216"/>
            <a:ext cx="402336" cy="402336"/>
          </a:xfrm>
          <a:prstGeom prst="ellipse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2944368"/>
            <a:ext cx="256032" cy="256032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5184648" y="2871216"/>
            <a:ext cx="402336" cy="201168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5184648" y="28712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F05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4434840" y="287121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9"/>
          <p:cNvSpPr/>
          <p:nvPr/>
        </p:nvSpPr>
        <p:spPr>
          <a:xfrm>
            <a:off x="4434840" y="2871216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11D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+ Regex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3502152" y="332841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Bullet Point Scorer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3502152" y="3621024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resume bullet rated on action verbs, metrics, passive voice, length. Score 0–10 per line.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6208776" y="2706624"/>
            <a:ext cx="2688336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  <a:effectLst>
            <a:outerShdw blurRad="101600" dist="25400" dir="81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3"/>
          <p:cNvSpPr/>
          <p:nvPr/>
        </p:nvSpPr>
        <p:spPr>
          <a:xfrm>
            <a:off x="6355080" y="2871216"/>
            <a:ext cx="402336" cy="40233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232" y="2944368"/>
            <a:ext cx="256032" cy="256032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8037576" y="2871216"/>
            <a:ext cx="402336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5"/>
          <p:cNvSpPr/>
          <p:nvPr/>
        </p:nvSpPr>
        <p:spPr>
          <a:xfrm>
            <a:off x="8037576" y="2871216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F06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7287768" y="2871216"/>
            <a:ext cx="713232" cy="201168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7"/>
          <p:cNvSpPr/>
          <p:nvPr/>
        </p:nvSpPr>
        <p:spPr>
          <a:xfrm>
            <a:off x="7287768" y="2871216"/>
            <a:ext cx="7132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Kanban UI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6355080" y="3328416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Application Tracker</a:t>
            </a:r>
            <a:endParaRPr lang="en-US" sz="1250" dirty="0"/>
          </a:p>
        </p:txBody>
      </p:sp>
      <p:sp>
        <p:nvSpPr>
          <p:cNvPr id="57" name="Text 49"/>
          <p:cNvSpPr/>
          <p:nvPr/>
        </p:nvSpPr>
        <p:spPr>
          <a:xfrm>
            <a:off x="6355080" y="3621024"/>
            <a:ext cx="23957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5-column Kanban board: Saved → Applied → OA → Interview → Outcome. Analytics per stage.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502920" y="4700016"/>
            <a:ext cx="8138160" cy="27432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1"/>
          <p:cNvSpPr/>
          <p:nvPr/>
        </p:nvSpPr>
        <p:spPr>
          <a:xfrm>
            <a:off x="502920" y="4700016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Core Modules Implemented  ·  spaCy NLP + Gemini AI  ·  Free-Tier Stack  ·  500+ Skills Taxonomy  ·  Deployed on Vercel + Render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64008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Summary — Resumetrix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6A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BENEFITS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883664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4767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1901952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Improves resume quality through ATS-aware feedback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359152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2316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2377440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Clearly identifies missing skills for specific roles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2834640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9864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9264" y="2852928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interview preparation using the actual JD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2920" y="3310128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374136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9264" y="3328416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Simplifies job application management with Kanban tracking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02920" y="3785616"/>
            <a:ext cx="4069080" cy="38404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84962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9264" y="3803904"/>
            <a:ext cx="351129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platform accessible to all students and job seekers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709160" y="1572768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5"/>
          <p:cNvSpPr/>
          <p:nvPr/>
        </p:nvSpPr>
        <p:spPr>
          <a:xfrm>
            <a:off x="4892040" y="1572768"/>
            <a:ext cx="3749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892040" y="1883664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94767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58384" y="1901952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 Profile Optimization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892040" y="2359152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2423160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58384" y="2377440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Portfolio Analyzer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4892040" y="2834640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89864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58384" y="2852928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Matching with Sentence Transformers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892040" y="3310128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0912" y="3374136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358384" y="3328416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Resume Rewriter (Gemini-powered)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4892040" y="3785616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0912" y="3849624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358384" y="3803904"/>
            <a:ext cx="31821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Multi-language Support (Hindi, Telugu)</a:t>
            </a:r>
            <a:endParaRPr lang="en-US" sz="1150" dirty="0"/>
          </a:p>
        </p:txBody>
      </p:sp>
      <p:sp>
        <p:nvSpPr>
          <p:cNvPr id="38" name="Shape 26"/>
          <p:cNvSpPr/>
          <p:nvPr/>
        </p:nvSpPr>
        <p:spPr>
          <a:xfrm>
            <a:off x="502920" y="4462272"/>
            <a:ext cx="8138160" cy="512064"/>
          </a:xfrm>
          <a:prstGeom prst="round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77800" dist="38100" dir="8100000" algn="bl" rotWithShape="0">
              <a:srgbClr val="94A3B8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27"/>
          <p:cNvSpPr/>
          <p:nvPr/>
        </p:nvSpPr>
        <p:spPr>
          <a:xfrm>
            <a:off x="502920" y="4462272"/>
            <a:ext cx="81381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r>
              <a:rPr lang="en-US" sz="1300" dirty="0">
                <a:solidFill>
                  <a:srgbClr val="BFDBF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   ·    Questions are Welcome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494</Words>
  <Application>Microsoft Office PowerPoint</Application>
  <PresentationFormat>On-screen Show (16:9)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Resumetrix — Mini Project Presentation</dc:title>
  <dc:subject>PptxGenJS Presentation</dc:subject>
  <dc:creator>Bhuvanesh Jujare</dc:creator>
  <cp:lastModifiedBy>BHUVANESH JUJARE</cp:lastModifiedBy>
  <cp:revision>4</cp:revision>
  <dcterms:created xsi:type="dcterms:W3CDTF">2026-06-18T03:20:00Z</dcterms:created>
  <dcterms:modified xsi:type="dcterms:W3CDTF">2026-06-18T05:13:38Z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5353B27FEE9146FFB1DC8BE3975CFB7F_13</vt:lpwstr>
  </property>
  <property fmtid="{D5CDD505-2E9C-101B-9397-08002B2CF9AE}" pid="3" name="KSOProductBuildVer">
    <vt:lpwstr>1033-12.1.0.26880</vt:lpwstr>
  </property>
</Properties>
</file>